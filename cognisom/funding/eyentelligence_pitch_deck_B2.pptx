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eyentelligence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8A9D1"/>
                </a:solidFill>
                <a:latin typeface="Arial"/>
              </a:defRPr>
            </a:pPr>
            <a:r>
              <a:t>Biological Simulation + Humanoid Cognitive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D0DD"/>
                </a:solidFill>
                <a:latin typeface="Arial"/>
              </a:defRPr>
            </a:pPr>
            <a:r>
              <a:t>Understanding communication from cells to minds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We build intelligence that begins where life begins: in cells.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Healthy cell → immune recognition → cancer immune escape</a:t>
            </a: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Human perception → memory → emotional understanding</a:t>
            </a: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One unified communication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Communication Failures at Every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Cancer becomes deadly when it learns to hide from the immune system.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600,000+ cancer deaths/year in US alone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Most immunotherapies fail in solid tumors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We cannot predict treatment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AI becomes untrustworthy when it cannot form meaningful relationships.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Chatbots have no memory or emotion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Users don't trust AI systems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No continuity across interactions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GPU-Accelerated Multicellular Immune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Intracellular Biochemistry: Transcription, translation, metabolism (2,000-8,000 species/cell)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Immune Recognition: MHC-I presentation, NK/T-cell detection, self vs non-self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Spatial Microenvironment: 3D diffusion, hypoxia gradients, cytokine fields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Cancer Evolution: Clonal mutations, immune evasion, therapy resistance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>
                <a:solidFill>
                  <a:srgbClr val="78C2A4"/>
                </a:solidFill>
                <a:latin typeface="Arial"/>
              </a:defRPr>
            </a:pPr>
            <a:r>
              <a:t>Initial Focus: Prostate Cancer</a:t>
            </a:r>
          </a:p>
          <a:p>
            <a:pPr algn="ctr">
              <a:spcAft>
                <a:spcPts val="1200"/>
              </a:spcAft>
              <a:defRPr sz="2200">
                <a:solidFill>
                  <a:srgbClr val="78C2A4"/>
                </a:solidFill>
                <a:latin typeface="Arial"/>
              </a:defRPr>
            </a:pPr>
            <a:r>
              <a:t>Normal → Oncogenic Stress → Immune Escape → Castration Resistance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Modular Humanoid Face System with Memory &amp; Emotion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Vision: Face recognition &amp; tracking, familiarity scoring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Hearing: Far-field microphones, sound source localization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Speech &amp; Emotion: Viseme animation, context-aware responses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Memory: pgvector relationship database, Dream Mode nightly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000">
                <a:solidFill>
                  <a:srgbClr val="2AA6C9"/>
                </a:solidFill>
                <a:latin typeface="Arial"/>
              </a:defRPr>
            </a:pPr>
            <a:r>
              <a:t>Runs locally on NVIDIA Jetson • Docker microservices (FastAPI) • Real-time perception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One Communication Model. Two Scales of Life.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Layer          bioSim (Cellular)                    Cogs (Human)</a:t>
            </a:r>
          </a:p>
          <a:p>
            <a:pPr algn="l"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Compute        NVIDIA RTX / H100                    NVIDIA Jetson Orin</a:t>
            </a:r>
          </a:p>
          <a:p>
            <a:pPr algn="l"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Intelligence   Mechanistic biochemical models       Social-emotional reasoning</a:t>
            </a:r>
          </a:p>
          <a:p>
            <a:pPr algn="l"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Memory         pgvector biological states           pgvector relationships</a:t>
            </a:r>
          </a:p>
          <a:p>
            <a:pPr algn="l"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Perception     Reaction-diffusion, signaling        Vision + audio fusion</a:t>
            </a:r>
          </a:p>
          <a:p>
            <a:pPr algn="l">
              <a:spcAft>
                <a:spcPts val="12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Adaptation     Clonal evolution, immune evasion     Dream Mode consolidation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NVIDIA Powers Both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CUDA Kernels: Intracellular SSA, reaction-diffusion PDEs, batched simulation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H100 Scale-Out: Multi-million cell simulations, tumor-immune evolution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Jetson Inference: Real-time humanoid perception, face recognition, audio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TensorRT/Triton: ML surrogate acceleration, 3-10× speedup targets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Execution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Now (0-6 months)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bioSim: Prostate immune surveillance • GPU SSA + spatial diffusion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Cogs: Fully operational prototype • Dream Mode active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Next (6-12 months)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bioSim: H100-scale therapy simulations • Multi-GPU million-cell runs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Cogs: Premium build (AGX Orin) • Enhanced emotion detection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Future (12-24 months)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bioSim: Clinical trial simulation • ML surrogate acceleration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Cogs: Multi-person interaction • Therapeutic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Transforming Cancer Research &amp; Human-AI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Market Opportunity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Cancer Research: $25B+ annual market, 600k+ deaths/year (US)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Social Robotics &amp; AI: $35B+ by 2030, elder care, mental health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Our Impact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Mechanistic cancer understanding, predictive treatment response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Trustworthy AI companions, accessible assistive technology</a:t>
            </a:r>
          </a:p>
          <a:p>
            <a:pPr algn="l">
              <a:spcAft>
                <a:spcPts val="12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• Open-source research tools for the community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What Makes Us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Existing Approaches → Limitations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ML-only cancer prediction → No mechanistic interpretability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Agent-based tumor models → Limited intracellular fidelity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Standard chatbots/avatars → No memory, no adaptive emotion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Robotics without cognition → Limited social connection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Our Solution: Mechanistic Biology + Embodied Emotional Intelligence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GPU-accelerated from first principles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Full biochemical fidelity (not phenomenology)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Persistent relational memory • Autonomous learning (Dream Mode)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Open-source, reproducible, standards-based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Join Us in Building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What We Need from NVIDIA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H100/A100 compute credits (500-1000 GPU-hours/month)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Jetson optimization guidance (TensorRT, DeepStream)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Technical support (CUDA kernel review, Triton, NCCL)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Co-marketing opportunities (GTC, case studies, blog posts)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What We Offer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Open-source contributions (bioSim platform, CUDA kernels)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Research validation (published results, benchmarks)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Community building (tutorials, collaborations, workshops)</a:t>
            </a:r>
          </a:p>
          <a:p>
            <a:pPr algn="l">
              <a:spcAft>
                <a:spcPts val="12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✓ Strategic alignment (showcase NVIDIA's healthcare/biology impact)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538"/>
            </a:gs>
            <a:gs pos="100000">
              <a:srgbClr val="1F6FA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Understanding Communication from Cells to Minds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We are building a future where:</a:t>
            </a: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• Cancer treatments are predicted before they're prescribed</a:t>
            </a: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• AI systems form genuine, trustworthy relationships</a:t>
            </a: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• Biological understanding guides intelligent design</a:t>
            </a: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• Open science accelerates discovery for everyone</a:t>
            </a: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</a:p>
          <a:p>
            <a:pPr algn="ctr">
              <a:spcAft>
                <a:spcPts val="1200"/>
              </a:spcAft>
              <a:defRPr sz="2600">
                <a:solidFill>
                  <a:srgbClr val="C8D0DD"/>
                </a:solidFill>
                <a:latin typeface="Arial"/>
              </a:defRPr>
            </a:pPr>
            <a:r>
              <a:t>This is intelligence grounded in life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AA6C9"/>
                </a:solidFill>
                <a:latin typeface="Arial"/>
              </a:defRPr>
            </a:pPr>
            <a:r>
              <a:t>Let's build it together on NVIDIA.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>
                <a:solidFill>
                  <a:srgbClr val="88A9D1"/>
                </a:solidFill>
                <a:latin typeface="Arial"/>
              </a:defRPr>
            </a:pPr>
            <a:r>
              <a:t>eyentelligence.ai • research@eyentelligence.ai • github.com/eyentelligence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